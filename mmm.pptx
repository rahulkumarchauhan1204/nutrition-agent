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1"/>
  </p:notesMasterIdLst>
  <p:sldIdLst>
    <p:sldId id="290" r:id="rId2"/>
    <p:sldId id="291" r:id="rId3"/>
    <p:sldId id="292" r:id="rId4"/>
    <p:sldId id="293" r:id="rId5"/>
    <p:sldId id="294" r:id="rId6"/>
    <p:sldId id="295" r:id="rId7"/>
    <p:sldId id="296" r:id="rId8"/>
    <p:sldId id="297" r:id="rId9"/>
    <p:sldId id="298" r:id="rId10"/>
    <p:sldId id="299" r:id="rId11"/>
    <p:sldId id="301" r:id="rId12"/>
    <p:sldId id="302" r:id="rId13"/>
    <p:sldId id="303" r:id="rId14"/>
    <p:sldId id="304" r:id="rId15"/>
    <p:sldId id="305" r:id="rId16"/>
    <p:sldId id="306" r:id="rId17"/>
    <p:sldId id="307" r:id="rId18"/>
    <p:sldId id="308" r:id="rId19"/>
    <p:sldId id="309" r:id="rId2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1A4BDEB-0B83-403C-8C31-201C51F5A006}" v="2" dt="2026-09-09T18:24:56.416"/>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hul chauhan" userId="07247584cc3e234c" providerId="LiveId" clId="{56FDC745-782D-4477-88D8-315C417B1D28}"/>
    <pc:docChg chg="custSel delSld modSld">
      <pc:chgData name="rahul chauhan" userId="07247584cc3e234c" providerId="LiveId" clId="{56FDC745-782D-4477-88D8-315C417B1D28}" dt="2026-09-10T05:30:02.416" v="1105" actId="20577"/>
      <pc:docMkLst>
        <pc:docMk/>
      </pc:docMkLst>
      <pc:sldChg chg="addSp delSp modSp mod">
        <pc:chgData name="rahul chauhan" userId="07247584cc3e234c" providerId="LiveId" clId="{56FDC745-782D-4477-88D8-315C417B1D28}" dt="2026-09-10T05:30:02.416" v="1105" actId="20577"/>
        <pc:sldMkLst>
          <pc:docMk/>
          <pc:sldMk cId="952317876" sldId="291"/>
        </pc:sldMkLst>
        <pc:spChg chg="del mod">
          <ac:chgData name="rahul chauhan" userId="07247584cc3e234c" providerId="LiveId" clId="{56FDC745-782D-4477-88D8-315C417B1D28}" dt="2026-09-10T05:29:30.164" v="1061"/>
          <ac:spMkLst>
            <pc:docMk/>
            <pc:sldMk cId="952317876" sldId="291"/>
            <ac:spMk id="3" creationId="{B0B023FA-CFEB-ACE9-8425-7E72E307CDC5}"/>
          </ac:spMkLst>
        </pc:spChg>
        <pc:spChg chg="mod">
          <ac:chgData name="rahul chauhan" userId="07247584cc3e234c" providerId="LiveId" clId="{56FDC745-782D-4477-88D8-315C417B1D28}" dt="2026-09-10T05:28:31.039" v="896" actId="13926"/>
          <ac:spMkLst>
            <pc:docMk/>
            <pc:sldMk cId="952317876" sldId="291"/>
            <ac:spMk id="4" creationId="{A828B9EF-C084-F5D4-CA27-75AF7D995640}"/>
          </ac:spMkLst>
        </pc:spChg>
        <pc:spChg chg="mod">
          <ac:chgData name="rahul chauhan" userId="07247584cc3e234c" providerId="LiveId" clId="{56FDC745-782D-4477-88D8-315C417B1D28}" dt="2026-09-10T05:30:02.416" v="1105" actId="20577"/>
          <ac:spMkLst>
            <pc:docMk/>
            <pc:sldMk cId="952317876" sldId="291"/>
            <ac:spMk id="7" creationId="{3D723CA3-EC2D-165A-F109-3759C4E9C8A4}"/>
          </ac:spMkLst>
        </pc:spChg>
        <pc:graphicFrameChg chg="modGraphic">
          <ac:chgData name="rahul chauhan" userId="07247584cc3e234c" providerId="LiveId" clId="{56FDC745-782D-4477-88D8-315C417B1D28}" dt="2026-09-10T05:16:15.186" v="766" actId="20577"/>
          <ac:graphicFrameMkLst>
            <pc:docMk/>
            <pc:sldMk cId="952317876" sldId="291"/>
            <ac:graphicFrameMk id="96" creationId="{00000000-0000-0000-0000-000000000000}"/>
          </ac:graphicFrameMkLst>
        </pc:graphicFrameChg>
        <pc:picChg chg="add mod">
          <ac:chgData name="rahul chauhan" userId="07247584cc3e234c" providerId="LiveId" clId="{56FDC745-782D-4477-88D8-315C417B1D28}" dt="2026-09-10T05:15:42.441" v="715" actId="1076"/>
          <ac:picMkLst>
            <pc:docMk/>
            <pc:sldMk cId="952317876" sldId="291"/>
            <ac:picMk id="5" creationId="{6692D238-B801-522B-9521-C7DDE1824795}"/>
          </ac:picMkLst>
        </pc:picChg>
        <pc:picChg chg="del">
          <ac:chgData name="rahul chauhan" userId="07247584cc3e234c" providerId="LiveId" clId="{56FDC745-782D-4477-88D8-315C417B1D28}" dt="2026-09-10T05:15:07.498" v="710" actId="478"/>
          <ac:picMkLst>
            <pc:docMk/>
            <pc:sldMk cId="952317876" sldId="291"/>
            <ac:picMk id="98" creationId="{00000000-0000-0000-0000-000000000000}"/>
          </ac:picMkLst>
        </pc:picChg>
      </pc:sldChg>
      <pc:sldChg chg="modSp mod">
        <pc:chgData name="rahul chauhan" userId="07247584cc3e234c" providerId="LiveId" clId="{56FDC745-782D-4477-88D8-315C417B1D28}" dt="2026-09-10T05:29:45.994" v="1092" actId="20577"/>
        <pc:sldMkLst>
          <pc:docMk/>
          <pc:sldMk cId="261653373" sldId="292"/>
        </pc:sldMkLst>
        <pc:spChg chg="mod">
          <ac:chgData name="rahul chauhan" userId="07247584cc3e234c" providerId="LiveId" clId="{56FDC745-782D-4477-88D8-315C417B1D28}" dt="2026-09-10T05:29:45.994" v="1092" actId="20577"/>
          <ac:spMkLst>
            <pc:docMk/>
            <pc:sldMk cId="261653373" sldId="292"/>
            <ac:spMk id="2" creationId="{C6F6745E-14BA-0766-CE1E-32E29663832D}"/>
          </ac:spMkLst>
        </pc:spChg>
      </pc:sldChg>
      <pc:sldChg chg="modSp mod">
        <pc:chgData name="rahul chauhan" userId="07247584cc3e234c" providerId="LiveId" clId="{56FDC745-782D-4477-88D8-315C417B1D28}" dt="2026-09-10T05:16:51.507" v="836" actId="20577"/>
        <pc:sldMkLst>
          <pc:docMk/>
          <pc:sldMk cId="443603904" sldId="294"/>
        </pc:sldMkLst>
        <pc:spChg chg="mod">
          <ac:chgData name="rahul chauhan" userId="07247584cc3e234c" providerId="LiveId" clId="{56FDC745-782D-4477-88D8-315C417B1D28}" dt="2026-09-10T05:16:51.507" v="836" actId="20577"/>
          <ac:spMkLst>
            <pc:docMk/>
            <pc:sldMk cId="443603904" sldId="294"/>
            <ac:spMk id="3" creationId="{4A7608B5-9906-EFCF-959A-E89FC2E3EE19}"/>
          </ac:spMkLst>
        </pc:spChg>
      </pc:sldChg>
      <pc:sldChg chg="addSp delSp modSp mod">
        <pc:chgData name="rahul chauhan" userId="07247584cc3e234c" providerId="LiveId" clId="{56FDC745-782D-4477-88D8-315C417B1D28}" dt="2026-09-09T17:52:36.971" v="51" actId="14100"/>
        <pc:sldMkLst>
          <pc:docMk/>
          <pc:sldMk cId="3114963633" sldId="295"/>
        </pc:sldMkLst>
        <pc:spChg chg="mod">
          <ac:chgData name="rahul chauhan" userId="07247584cc3e234c" providerId="LiveId" clId="{56FDC745-782D-4477-88D8-315C417B1D28}" dt="2026-09-09T17:49:46.596" v="38" actId="20577"/>
          <ac:spMkLst>
            <pc:docMk/>
            <pc:sldMk cId="3114963633" sldId="295"/>
            <ac:spMk id="2" creationId="{9BB86949-7ED1-C43B-B1E3-5122BB67A596}"/>
          </ac:spMkLst>
        </pc:spChg>
        <pc:spChg chg="del mod">
          <ac:chgData name="rahul chauhan" userId="07247584cc3e234c" providerId="LiveId" clId="{56FDC745-782D-4477-88D8-315C417B1D28}" dt="2026-09-09T17:52:22.644" v="46" actId="478"/>
          <ac:spMkLst>
            <pc:docMk/>
            <pc:sldMk cId="3114963633" sldId="295"/>
            <ac:spMk id="9" creationId="{6FFF7BC6-93D0-8D42-34B7-C226B1B96C2D}"/>
          </ac:spMkLst>
        </pc:spChg>
        <pc:spChg chg="del">
          <ac:chgData name="rahul chauhan" userId="07247584cc3e234c" providerId="LiveId" clId="{56FDC745-782D-4477-88D8-315C417B1D28}" dt="2026-09-09T17:52:24.871" v="47" actId="478"/>
          <ac:spMkLst>
            <pc:docMk/>
            <pc:sldMk cId="3114963633" sldId="295"/>
            <ac:spMk id="10" creationId="{A6C81E80-ED7B-4240-A8EE-0221D9ACD900}"/>
          </ac:spMkLst>
        </pc:spChg>
        <pc:picChg chg="add mod">
          <ac:chgData name="rahul chauhan" userId="07247584cc3e234c" providerId="LiveId" clId="{56FDC745-782D-4477-88D8-315C417B1D28}" dt="2026-09-09T17:52:36.971" v="51" actId="14100"/>
          <ac:picMkLst>
            <pc:docMk/>
            <pc:sldMk cId="3114963633" sldId="295"/>
            <ac:picMk id="4" creationId="{69F0EE3A-1D98-7A5B-D121-A454812ECC32}"/>
          </ac:picMkLst>
        </pc:picChg>
        <pc:picChg chg="del">
          <ac:chgData name="rahul chauhan" userId="07247584cc3e234c" providerId="LiveId" clId="{56FDC745-782D-4477-88D8-315C417B1D28}" dt="2026-09-09T17:50:21.360" v="39" actId="478"/>
          <ac:picMkLst>
            <pc:docMk/>
            <pc:sldMk cId="3114963633" sldId="295"/>
            <ac:picMk id="5" creationId="{61F38907-89DE-28F7-316F-44E7DAB9309E}"/>
          </ac:picMkLst>
        </pc:picChg>
      </pc:sldChg>
      <pc:sldChg chg="addSp delSp modSp mod">
        <pc:chgData name="rahul chauhan" userId="07247584cc3e234c" providerId="LiveId" clId="{56FDC745-782D-4477-88D8-315C417B1D28}" dt="2026-09-09T17:53:37.121" v="56" actId="14100"/>
        <pc:sldMkLst>
          <pc:docMk/>
          <pc:sldMk cId="1316545553" sldId="296"/>
        </pc:sldMkLst>
        <pc:picChg chg="add mod">
          <ac:chgData name="rahul chauhan" userId="07247584cc3e234c" providerId="LiveId" clId="{56FDC745-782D-4477-88D8-315C417B1D28}" dt="2026-09-09T17:53:37.121" v="56" actId="14100"/>
          <ac:picMkLst>
            <pc:docMk/>
            <pc:sldMk cId="1316545553" sldId="296"/>
            <ac:picMk id="4" creationId="{C6957B60-22E5-5BD1-DD5B-1D7941575C87}"/>
          </ac:picMkLst>
        </pc:picChg>
        <pc:picChg chg="del">
          <ac:chgData name="rahul chauhan" userId="07247584cc3e234c" providerId="LiveId" clId="{56FDC745-782D-4477-88D8-315C417B1D28}" dt="2026-09-09T17:53:09.748" v="52" actId="478"/>
          <ac:picMkLst>
            <pc:docMk/>
            <pc:sldMk cId="1316545553" sldId="296"/>
            <ac:picMk id="5" creationId="{5DC7512A-0AA7-CC22-D1D2-C738BF12660E}"/>
          </ac:picMkLst>
        </pc:picChg>
      </pc:sldChg>
      <pc:sldChg chg="addSp delSp modSp mod">
        <pc:chgData name="rahul chauhan" userId="07247584cc3e234c" providerId="LiveId" clId="{56FDC745-782D-4477-88D8-315C417B1D28}" dt="2026-09-09T17:54:16.161" v="60" actId="14100"/>
        <pc:sldMkLst>
          <pc:docMk/>
          <pc:sldMk cId="232371894" sldId="297"/>
        </pc:sldMkLst>
        <pc:picChg chg="add mod">
          <ac:chgData name="rahul chauhan" userId="07247584cc3e234c" providerId="LiveId" clId="{56FDC745-782D-4477-88D8-315C417B1D28}" dt="2026-09-09T17:54:16.161" v="60" actId="14100"/>
          <ac:picMkLst>
            <pc:docMk/>
            <pc:sldMk cId="232371894" sldId="297"/>
            <ac:picMk id="3" creationId="{904FD57F-D0AE-F9D3-5F58-827EF9057483}"/>
          </ac:picMkLst>
        </pc:picChg>
        <pc:picChg chg="del">
          <ac:chgData name="rahul chauhan" userId="07247584cc3e234c" providerId="LiveId" clId="{56FDC745-782D-4477-88D8-315C417B1D28}" dt="2026-09-09T17:53:55.331" v="57" actId="478"/>
          <ac:picMkLst>
            <pc:docMk/>
            <pc:sldMk cId="232371894" sldId="297"/>
            <ac:picMk id="5" creationId="{433A290A-6680-D490-E6D4-9336496B1C34}"/>
          </ac:picMkLst>
        </pc:picChg>
      </pc:sldChg>
      <pc:sldChg chg="addSp delSp modSp mod">
        <pc:chgData name="rahul chauhan" userId="07247584cc3e234c" providerId="LiveId" clId="{56FDC745-782D-4477-88D8-315C417B1D28}" dt="2026-09-09T18:00:25.270" v="81" actId="14100"/>
        <pc:sldMkLst>
          <pc:docMk/>
          <pc:sldMk cId="445195169" sldId="298"/>
        </pc:sldMkLst>
        <pc:picChg chg="del">
          <ac:chgData name="rahul chauhan" userId="07247584cc3e234c" providerId="LiveId" clId="{56FDC745-782D-4477-88D8-315C417B1D28}" dt="2026-09-09T18:00:09.005" v="78" actId="478"/>
          <ac:picMkLst>
            <pc:docMk/>
            <pc:sldMk cId="445195169" sldId="298"/>
            <ac:picMk id="3" creationId="{81932CE2-F219-0CA8-0102-55B8C682B8A2}"/>
          </ac:picMkLst>
        </pc:picChg>
        <pc:picChg chg="add mod">
          <ac:chgData name="rahul chauhan" userId="07247584cc3e234c" providerId="LiveId" clId="{56FDC745-782D-4477-88D8-315C417B1D28}" dt="2026-09-09T18:00:25.270" v="81" actId="14100"/>
          <ac:picMkLst>
            <pc:docMk/>
            <pc:sldMk cId="445195169" sldId="298"/>
            <ac:picMk id="5" creationId="{CAD82985-41C3-8E22-C94D-D6E16F6C0859}"/>
          </ac:picMkLst>
        </pc:picChg>
      </pc:sldChg>
      <pc:sldChg chg="del">
        <pc:chgData name="rahul chauhan" userId="07247584cc3e234c" providerId="LiveId" clId="{56FDC745-782D-4477-88D8-315C417B1D28}" dt="2026-09-09T17:54:37.499" v="61" actId="47"/>
        <pc:sldMkLst>
          <pc:docMk/>
          <pc:sldMk cId="893417001" sldId="300"/>
        </pc:sldMkLst>
      </pc:sldChg>
      <pc:sldChg chg="addSp delSp modSp mod">
        <pc:chgData name="rahul chauhan" userId="07247584cc3e234c" providerId="LiveId" clId="{56FDC745-782D-4477-88D8-315C417B1D28}" dt="2026-09-10T05:26:53.795" v="843" actId="14100"/>
        <pc:sldMkLst>
          <pc:docMk/>
          <pc:sldMk cId="1429961814" sldId="301"/>
        </pc:sldMkLst>
        <pc:picChg chg="add del mod">
          <ac:chgData name="rahul chauhan" userId="07247584cc3e234c" providerId="LiveId" clId="{56FDC745-782D-4477-88D8-315C417B1D28}" dt="2026-09-10T05:26:32.376" v="839" actId="478"/>
          <ac:picMkLst>
            <pc:docMk/>
            <pc:sldMk cId="1429961814" sldId="301"/>
            <ac:picMk id="4" creationId="{7CC95556-9BE1-EA75-AA24-F0EE7980B218}"/>
          </ac:picMkLst>
        </pc:picChg>
        <pc:picChg chg="del">
          <ac:chgData name="rahul chauhan" userId="07247584cc3e234c" providerId="LiveId" clId="{56FDC745-782D-4477-88D8-315C417B1D28}" dt="2026-09-09T17:54:49.134" v="62" actId="478"/>
          <ac:picMkLst>
            <pc:docMk/>
            <pc:sldMk cId="1429961814" sldId="301"/>
            <ac:picMk id="4" creationId="{E430EE8C-8F89-5938-483F-00452050511A}"/>
          </ac:picMkLst>
        </pc:picChg>
        <pc:picChg chg="add del mod">
          <ac:chgData name="rahul chauhan" userId="07247584cc3e234c" providerId="LiveId" clId="{56FDC745-782D-4477-88D8-315C417B1D28}" dt="2026-09-10T05:25:51.597" v="837" actId="478"/>
          <ac:picMkLst>
            <pc:docMk/>
            <pc:sldMk cId="1429961814" sldId="301"/>
            <ac:picMk id="5" creationId="{08A59748-34B0-A67D-E031-E136BE01AD2F}"/>
          </ac:picMkLst>
        </pc:picChg>
        <pc:picChg chg="add mod">
          <ac:chgData name="rahul chauhan" userId="07247584cc3e234c" providerId="LiveId" clId="{56FDC745-782D-4477-88D8-315C417B1D28}" dt="2026-09-10T05:26:53.795" v="843" actId="14100"/>
          <ac:picMkLst>
            <pc:docMk/>
            <pc:sldMk cId="1429961814" sldId="301"/>
            <ac:picMk id="7" creationId="{373323FC-54F0-E525-780D-8156BAA1BC23}"/>
          </ac:picMkLst>
        </pc:picChg>
      </pc:sldChg>
      <pc:sldChg chg="addSp delSp modSp mod">
        <pc:chgData name="rahul chauhan" userId="07247584cc3e234c" providerId="LiveId" clId="{56FDC745-782D-4477-88D8-315C417B1D28}" dt="2026-09-10T05:27:32.128" v="848" actId="14100"/>
        <pc:sldMkLst>
          <pc:docMk/>
          <pc:sldMk cId="3585092305" sldId="302"/>
        </pc:sldMkLst>
        <pc:picChg chg="add mod">
          <ac:chgData name="rahul chauhan" userId="07247584cc3e234c" providerId="LiveId" clId="{56FDC745-782D-4477-88D8-315C417B1D28}" dt="2026-09-09T17:56:07.166" v="70" actId="14100"/>
          <ac:picMkLst>
            <pc:docMk/>
            <pc:sldMk cId="3585092305" sldId="302"/>
            <ac:picMk id="4" creationId="{4405D105-87B1-710D-1D6D-A455280EA732}"/>
          </ac:picMkLst>
        </pc:picChg>
        <pc:picChg chg="del">
          <ac:chgData name="rahul chauhan" userId="07247584cc3e234c" providerId="LiveId" clId="{56FDC745-782D-4477-88D8-315C417B1D28}" dt="2026-09-09T17:55:35.487" v="66" actId="478"/>
          <ac:picMkLst>
            <pc:docMk/>
            <pc:sldMk cId="3585092305" sldId="302"/>
            <ac:picMk id="5" creationId="{146B9DE6-C4BB-B81B-528A-B8789445C3FE}"/>
          </ac:picMkLst>
        </pc:picChg>
        <pc:picChg chg="add mod">
          <ac:chgData name="rahul chauhan" userId="07247584cc3e234c" providerId="LiveId" clId="{56FDC745-782D-4477-88D8-315C417B1D28}" dt="2026-09-10T05:27:32.128" v="848" actId="14100"/>
          <ac:picMkLst>
            <pc:docMk/>
            <pc:sldMk cId="3585092305" sldId="302"/>
            <ac:picMk id="5" creationId="{F02616AD-1669-BA1F-52C5-14CD3BFECE1F}"/>
          </ac:picMkLst>
        </pc:picChg>
      </pc:sldChg>
      <pc:sldChg chg="addSp delSp modSp mod">
        <pc:chgData name="rahul chauhan" userId="07247584cc3e234c" providerId="LiveId" clId="{56FDC745-782D-4477-88D8-315C417B1D28}" dt="2026-09-10T05:28:06.895" v="856" actId="14100"/>
        <pc:sldMkLst>
          <pc:docMk/>
          <pc:sldMk cId="2601907186" sldId="303"/>
        </pc:sldMkLst>
        <pc:picChg chg="add mod">
          <ac:chgData name="rahul chauhan" userId="07247584cc3e234c" providerId="LiveId" clId="{56FDC745-782D-4477-88D8-315C417B1D28}" dt="2026-09-10T05:28:06.895" v="856" actId="14100"/>
          <ac:picMkLst>
            <pc:docMk/>
            <pc:sldMk cId="2601907186" sldId="303"/>
            <ac:picMk id="4" creationId="{2F294CFF-D3D9-7DA8-8AF7-7D53D1B27539}"/>
          </ac:picMkLst>
        </pc:picChg>
        <pc:picChg chg="del">
          <ac:chgData name="rahul chauhan" userId="07247584cc3e234c" providerId="LiveId" clId="{56FDC745-782D-4477-88D8-315C417B1D28}" dt="2026-09-09T17:56:18.763" v="73" actId="478"/>
          <ac:picMkLst>
            <pc:docMk/>
            <pc:sldMk cId="2601907186" sldId="303"/>
            <ac:picMk id="4" creationId="{BA6C1B5E-405A-0E58-2397-353A88D82B9B}"/>
          </ac:picMkLst>
        </pc:picChg>
        <pc:picChg chg="add del mod">
          <ac:chgData name="rahul chauhan" userId="07247584cc3e234c" providerId="LiveId" clId="{56FDC745-782D-4477-88D8-315C417B1D28}" dt="2026-09-10T05:27:37.989" v="849" actId="478"/>
          <ac:picMkLst>
            <pc:docMk/>
            <pc:sldMk cId="2601907186" sldId="303"/>
            <ac:picMk id="5" creationId="{1EEBCC81-9157-0296-366D-B11BDAD47B25}"/>
          </ac:picMkLst>
        </pc:picChg>
      </pc:sldChg>
      <pc:sldChg chg="modSp mod">
        <pc:chgData name="rahul chauhan" userId="07247584cc3e234c" providerId="LiveId" clId="{56FDC745-782D-4477-88D8-315C417B1D28}" dt="2026-09-09T18:00:54.564" v="225" actId="20577"/>
        <pc:sldMkLst>
          <pc:docMk/>
          <pc:sldMk cId="2325282270" sldId="304"/>
        </pc:sldMkLst>
        <pc:spChg chg="mod">
          <ac:chgData name="rahul chauhan" userId="07247584cc3e234c" providerId="LiveId" clId="{56FDC745-782D-4477-88D8-315C417B1D28}" dt="2026-09-09T18:00:54.564" v="225" actId="20577"/>
          <ac:spMkLst>
            <pc:docMk/>
            <pc:sldMk cId="2325282270" sldId="304"/>
            <ac:spMk id="3" creationId="{ED65F54F-855A-0DB6-09A6-3212C5F7405B}"/>
          </ac:spMkLst>
        </pc:spChg>
      </pc:sldChg>
      <pc:sldChg chg="modSp mod">
        <pc:chgData name="rahul chauhan" userId="07247584cc3e234c" providerId="LiveId" clId="{56FDC745-782D-4477-88D8-315C417B1D28}" dt="2026-09-09T18:25:22.438" v="709" actId="20577"/>
        <pc:sldMkLst>
          <pc:docMk/>
          <pc:sldMk cId="4040412275" sldId="305"/>
        </pc:sldMkLst>
        <pc:spChg chg="mod">
          <ac:chgData name="rahul chauhan" userId="07247584cc3e234c" providerId="LiveId" clId="{56FDC745-782D-4477-88D8-315C417B1D28}" dt="2026-09-09T18:25:22.438" v="709" actId="20577"/>
          <ac:spMkLst>
            <pc:docMk/>
            <pc:sldMk cId="4040412275" sldId="305"/>
            <ac:spMk id="279" creationId="{3711AF54-94A6-B837-31EF-9A8C4ECB9AF6}"/>
          </ac:spMkLst>
        </pc:spChg>
      </pc:sldChg>
      <pc:sldChg chg="addSp delSp modSp mod">
        <pc:chgData name="rahul chauhan" userId="07247584cc3e234c" providerId="LiveId" clId="{56FDC745-782D-4477-88D8-315C417B1D28}" dt="2026-09-09T18:10:52.559" v="237" actId="14100"/>
        <pc:sldMkLst>
          <pc:docMk/>
          <pc:sldMk cId="2833482715" sldId="307"/>
        </pc:sldMkLst>
        <pc:picChg chg="del">
          <ac:chgData name="rahul chauhan" userId="07247584cc3e234c" providerId="LiveId" clId="{56FDC745-782D-4477-88D8-315C417B1D28}" dt="2026-09-09T18:10:37.804" v="235" actId="478"/>
          <ac:picMkLst>
            <pc:docMk/>
            <pc:sldMk cId="2833482715" sldId="307"/>
            <ac:picMk id="4" creationId="{AD88C341-1F2F-9B6F-593F-2917E7E23DCB}"/>
          </ac:picMkLst>
        </pc:picChg>
        <pc:picChg chg="add mod">
          <ac:chgData name="rahul chauhan" userId="07247584cc3e234c" providerId="LiveId" clId="{56FDC745-782D-4477-88D8-315C417B1D28}" dt="2026-09-09T18:10:52.559" v="237" actId="14100"/>
          <ac:picMkLst>
            <pc:docMk/>
            <pc:sldMk cId="2833482715" sldId="307"/>
            <ac:picMk id="5" creationId="{E74E2B69-72E3-E774-60B8-E9BB203743FF}"/>
          </ac:picMkLst>
        </pc:picChg>
      </pc:sldChg>
      <pc:sldChg chg="addSp delSp modSp mod">
        <pc:chgData name="rahul chauhan" userId="07247584cc3e234c" providerId="LiveId" clId="{56FDC745-782D-4477-88D8-315C417B1D28}" dt="2026-09-09T18:10:29.816" v="234" actId="14100"/>
        <pc:sldMkLst>
          <pc:docMk/>
          <pc:sldMk cId="4175177701" sldId="308"/>
        </pc:sldMkLst>
        <pc:picChg chg="add mod">
          <ac:chgData name="rahul chauhan" userId="07247584cc3e234c" providerId="LiveId" clId="{56FDC745-782D-4477-88D8-315C417B1D28}" dt="2026-09-09T18:10:29.816" v="234" actId="14100"/>
          <ac:picMkLst>
            <pc:docMk/>
            <pc:sldMk cId="4175177701" sldId="308"/>
            <ac:picMk id="3" creationId="{674D213C-C85D-A2A0-2BD9-491FC56EA75F}"/>
          </ac:picMkLst>
        </pc:picChg>
        <pc:picChg chg="del">
          <ac:chgData name="rahul chauhan" userId="07247584cc3e234c" providerId="LiveId" clId="{56FDC745-782D-4477-88D8-315C417B1D28}" dt="2026-09-09T18:05:22.786" v="226" actId="478"/>
          <ac:picMkLst>
            <pc:docMk/>
            <pc:sldMk cId="4175177701" sldId="308"/>
            <ac:picMk id="4" creationId="{099C3698-991D-7A38-C456-893C84C23FC9}"/>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8E9CB32A-B328-07DF-4F33-E0118C920B5A}"/>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BD392DC-EA03-14B5-7A53-AC36124B4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90BE8D5-07EC-73D0-0A62-4778024FF0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842077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F18774C-544B-0071-4FA9-86D0ADEC5A87}"/>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68645894-EE59-A5F4-D411-C82EB564E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EE489F0-0910-6D8B-0254-C25DB08827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773585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BB47F127-39C9-4CE0-52A6-66BD53AE96F2}"/>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57CB72F8-8B0E-1466-D091-917F3E7559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1CEA3A31-DD75-5F0D-19FB-8192F5E7F9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458712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hyperlink" Target="https://github.com/RahulKumarChauhan1204/Nutrition-Agent.git" TargetMode="External"/><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Granite and IBM Bob”</a:t>
            </a:r>
            <a:endParaRPr lang="en-IN"/>
          </a:p>
        </p:txBody>
      </p:sp>
    </p:spTree>
    <p:extLst>
      <p:ext uri="{BB962C8B-B14F-4D97-AF65-F5344CB8AC3E}">
        <p14:creationId xmlns:p14="http://schemas.microsoft.com/office/powerpoint/2010/main" val="38285595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453481978"/>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US" dirty="0"/>
                        <a:t>Rahul Kumar Chauhan</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a:t>rc822127@gmail.com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a:t>9893992446</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Healthcare</a:t>
            </a:r>
            <a:endParaRPr lang="en-IN" sz="2400" b="1" dirty="0"/>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 HealthCare Agent</a:t>
            </a:r>
            <a:endParaRPr lang="en-IN" sz="2400" b="1" dirty="0">
              <a:highlight>
                <a:srgbClr val="FFFF00"/>
              </a:highlight>
            </a:endParaRPr>
          </a:p>
        </p:txBody>
      </p:sp>
      <p:pic>
        <p:nvPicPr>
          <p:cNvPr id="5" name="Picture 4">
            <a:extLst>
              <a:ext uri="{FF2B5EF4-FFF2-40B4-BE49-F238E27FC236}">
                <a16:creationId xmlns:a16="http://schemas.microsoft.com/office/drawing/2014/main" id="{6692D238-B801-522B-9521-C7DDE1824795}"/>
              </a:ext>
            </a:extLst>
          </p:cNvPr>
          <p:cNvPicPr>
            <a:picLocks noChangeAspect="1"/>
          </p:cNvPicPr>
          <p:nvPr/>
        </p:nvPicPr>
        <p:blipFill>
          <a:blip r:embed="rId3"/>
          <a:stretch>
            <a:fillRect/>
          </a:stretch>
        </p:blipFill>
        <p:spPr>
          <a:xfrm>
            <a:off x="3838529" y="3573257"/>
            <a:ext cx="1057936" cy="1204872"/>
          </a:xfrm>
          <a:prstGeom prst="rect">
            <a:avLst/>
          </a:prstGeom>
        </p:spPr>
      </p:pic>
    </p:spTree>
    <p:extLst>
      <p:ext uri="{BB962C8B-B14F-4D97-AF65-F5344CB8AC3E}">
        <p14:creationId xmlns:p14="http://schemas.microsoft.com/office/powerpoint/2010/main" val="9523178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5047536"/>
          </a:xfrm>
          <a:prstGeom prst="rect">
            <a:avLst/>
          </a:prstGeom>
          <a:noFill/>
        </p:spPr>
        <p:txBody>
          <a:bodyPr wrap="square" rtlCol="0">
            <a:spAutoFit/>
          </a:bodyPr>
          <a:lstStyle/>
          <a:p>
            <a:pPr fontAlgn="base"/>
            <a:r>
              <a:rPr lang="en-US" b="1" dirty="0"/>
              <a:t>Problem Statement : HealthCare Agent</a:t>
            </a:r>
            <a:r>
              <a:rPr lang="en-US" dirty="0"/>
              <a:t> </a:t>
            </a:r>
          </a:p>
          <a:p>
            <a:pPr fontAlgn="base"/>
            <a:endParaRPr lang="en-US" b="1" dirty="0"/>
          </a:p>
          <a:p>
            <a:pPr fontAlgn="base"/>
            <a:r>
              <a:rPr lang="en-US" b="1" dirty="0"/>
              <a:t>The Challenge</a:t>
            </a:r>
            <a:r>
              <a:rPr lang="en-US" dirty="0"/>
              <a:t> </a:t>
            </a:r>
          </a:p>
          <a:p>
            <a:pPr fontAlgn="base"/>
            <a:r>
              <a:rPr lang="en-US" dirty="0"/>
              <a:t>Good nutrition is the foundation of health, but individuals often struggle with </a:t>
            </a:r>
            <a:r>
              <a:rPr lang="en-US" b="1" dirty="0"/>
              <a:t>diet planning, portion control, and tracking nutritional intake</a:t>
            </a:r>
            <a:r>
              <a:rPr lang="en-US" dirty="0"/>
              <a:t>. Information about healthy diets, disease-specific nutrition, and food composition is scattered across unreliable sources. Without </a:t>
            </a:r>
            <a:r>
              <a:rPr lang="en-US" b="1" dirty="0"/>
              <a:t>personalized, real-time guidance</a:t>
            </a:r>
            <a:r>
              <a:rPr lang="en-US" dirty="0"/>
              <a:t>, many fail to maintain balanced diets or make informed food choices. </a:t>
            </a:r>
          </a:p>
          <a:p>
            <a:pPr fontAlgn="base"/>
            <a:endParaRPr lang="en-US" dirty="0"/>
          </a:p>
          <a:p>
            <a:pPr fontAlgn="base"/>
            <a:r>
              <a:rPr lang="en-US" b="1" dirty="0"/>
              <a:t>The Objective</a:t>
            </a:r>
            <a:r>
              <a:rPr lang="en-US" dirty="0"/>
              <a:t> </a:t>
            </a:r>
          </a:p>
          <a:p>
            <a:pPr fontAlgn="base"/>
            <a:r>
              <a:rPr lang="en-US" dirty="0"/>
              <a:t>Build an </a:t>
            </a:r>
            <a:r>
              <a:rPr lang="en-US" b="1" dirty="0"/>
              <a:t>AI-powered Nutrition Agent</a:t>
            </a:r>
            <a:r>
              <a:rPr lang="en-US" dirty="0"/>
              <a:t> that delivers </a:t>
            </a:r>
            <a:r>
              <a:rPr lang="en-US" b="1" dirty="0"/>
              <a:t>personalized dietary insights and guidance</a:t>
            </a:r>
            <a:r>
              <a:rPr lang="en-US" dirty="0"/>
              <a:t> for individuals, families, and health professionals. The solution should: </a:t>
            </a:r>
          </a:p>
          <a:p>
            <a:pPr marL="285750" indent="-285750" fontAlgn="base">
              <a:buFont typeface="Arial" panose="020B0604020202020204" pitchFamily="34" charset="0"/>
              <a:buChar char="•"/>
            </a:pPr>
            <a:r>
              <a:rPr lang="en-US" b="1" dirty="0"/>
              <a:t>Personalized Diet Plans</a:t>
            </a:r>
            <a:r>
              <a:rPr lang="en-US" dirty="0"/>
              <a:t> – Recommend meals based on age, health conditions, allergies, cultural preferences, and fitness goals. </a:t>
            </a:r>
          </a:p>
          <a:p>
            <a:pPr marL="285750" indent="-285750" fontAlgn="base">
              <a:buFont typeface="Arial" panose="020B0604020202020204" pitchFamily="34" charset="0"/>
              <a:buChar char="•"/>
            </a:pPr>
            <a:r>
              <a:rPr lang="en-US" b="1" dirty="0"/>
              <a:t>Food Data RAG Retrieval</a:t>
            </a:r>
            <a:r>
              <a:rPr lang="en-US" dirty="0"/>
              <a:t> – Fetch and summarize nutritional values (calories, macros, vitamins) from reliable sources. </a:t>
            </a:r>
          </a:p>
          <a:p>
            <a:pPr marL="285750" indent="-285750" fontAlgn="base">
              <a:buFont typeface="Arial" panose="020B0604020202020204" pitchFamily="34" charset="0"/>
              <a:buChar char="•"/>
            </a:pPr>
            <a:r>
              <a:rPr lang="en-US" b="1" dirty="0"/>
              <a:t>Diet Tracking &amp; Feedback</a:t>
            </a:r>
            <a:r>
              <a:rPr lang="en-US" dirty="0"/>
              <a:t> – Allow users to log meals via text, images, or voice, and provide instant nutritional analysis. </a:t>
            </a:r>
          </a:p>
          <a:p>
            <a:pPr marL="285750" indent="-285750" fontAlgn="base">
              <a:buFont typeface="Arial" panose="020B0604020202020204" pitchFamily="34" charset="0"/>
              <a:buChar char="•"/>
            </a:pPr>
            <a:r>
              <a:rPr lang="en-US" b="1" dirty="0"/>
              <a:t>Preventive Health Focus</a:t>
            </a:r>
            <a:r>
              <a:rPr lang="en-US" dirty="0"/>
              <a:t> – Suggest diets for chronic disease management (e.g., diabetes-friendly or heart-healthy plans). </a:t>
            </a:r>
          </a:p>
          <a:p>
            <a:pPr marL="285750" indent="-285750" fontAlgn="base">
              <a:buFont typeface="Arial" panose="020B0604020202020204" pitchFamily="34" charset="0"/>
              <a:buChar char="•"/>
            </a:pPr>
            <a:r>
              <a:rPr lang="en-US" b="1" dirty="0"/>
              <a:t>Multi-Agent System</a:t>
            </a:r>
            <a:r>
              <a:rPr lang="en-US" dirty="0"/>
              <a:t> – </a:t>
            </a:r>
          </a:p>
          <a:p>
            <a:pPr marL="285750" indent="-285750" fontAlgn="base">
              <a:buFont typeface="Arial" panose="020B0604020202020204" pitchFamily="34" charset="0"/>
              <a:buChar char="•"/>
            </a:pPr>
            <a:r>
              <a:rPr lang="en-US" b="1" dirty="0"/>
              <a:t>Nutrition Knowledge Agent</a:t>
            </a:r>
            <a:r>
              <a:rPr lang="en-US" dirty="0"/>
              <a:t> (fetches nutritional data) </a:t>
            </a:r>
          </a:p>
          <a:p>
            <a:pPr marL="285750" indent="-285750" fontAlgn="base">
              <a:buFont typeface="Arial" panose="020B0604020202020204" pitchFamily="34" charset="0"/>
              <a:buChar char="•"/>
            </a:pPr>
            <a:r>
              <a:rPr lang="en-US" b="1" dirty="0"/>
              <a:t>Diet Recommendation Agent</a:t>
            </a:r>
            <a:r>
              <a:rPr lang="en-US" dirty="0"/>
              <a:t> (personalized meal plans) </a:t>
            </a:r>
          </a:p>
          <a:p>
            <a:pPr marL="285750" indent="-285750" fontAlgn="base">
              <a:buFont typeface="Arial" panose="020B0604020202020204" pitchFamily="34" charset="0"/>
              <a:buChar char="•"/>
            </a:pPr>
            <a:r>
              <a:rPr lang="en-US" b="1" dirty="0"/>
              <a:t>Health Advisory Agent</a:t>
            </a:r>
            <a:r>
              <a:rPr lang="en-US" dirty="0"/>
              <a:t> (preventive health suggestions) </a:t>
            </a:r>
          </a:p>
          <a:p>
            <a:pPr marL="285750" indent="-285750" fontAlgn="base">
              <a:buFont typeface="Arial" panose="020B0604020202020204" pitchFamily="34" charset="0"/>
              <a:buChar char="•"/>
            </a:pPr>
            <a:r>
              <a:rPr lang="en-US" b="1" dirty="0"/>
              <a:t>Food Log &amp; Feedback Agent</a:t>
            </a:r>
            <a:r>
              <a:rPr lang="en-US" dirty="0"/>
              <a:t> (meal tracking + analysis) </a:t>
            </a:r>
          </a:p>
          <a:p>
            <a:pPr marL="285750" indent="-285750" fontAlgn="base">
              <a:buFont typeface="Arial" panose="020B0604020202020204" pitchFamily="34" charset="0"/>
              <a:buChar char="•"/>
            </a:pPr>
            <a:r>
              <a:rPr lang="en-US" b="1" dirty="0"/>
              <a:t>Visualization Dashboard</a:t>
            </a:r>
            <a:r>
              <a:rPr lang="en-US" dirty="0"/>
              <a:t> – Show daily/weekly nutrient intake, deficiencies, and progress toward health goals. </a:t>
            </a:r>
          </a:p>
          <a:p>
            <a:pPr fontAlgn="base"/>
            <a:endParaRPr lang="en-US" dirty="0"/>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a:t>Problem Statement -</a:t>
            </a:r>
            <a:endParaRPr lang="en-IN" sz="2400" b="1"/>
          </a:p>
        </p:txBody>
      </p:sp>
    </p:spTree>
    <p:extLst>
      <p:ext uri="{BB962C8B-B14F-4D97-AF65-F5344CB8AC3E}">
        <p14:creationId xmlns:p14="http://schemas.microsoft.com/office/powerpoint/2010/main" val="2616533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5262979"/>
          </a:xfrm>
          <a:prstGeom prst="rect">
            <a:avLst/>
          </a:prstGeom>
          <a:noFill/>
        </p:spPr>
        <p:txBody>
          <a:bodyPr wrap="square" rtlCol="0">
            <a:spAutoFit/>
          </a:bodyPr>
          <a:lstStyle/>
          <a:p>
            <a:pPr fontAlgn="base"/>
            <a:endParaRPr lang="en-US" b="1" dirty="0"/>
          </a:p>
          <a:p>
            <a:r>
              <a:rPr lang="en-US" b="1" dirty="0"/>
              <a:t>Proposed Solution: AI-Powered Nutrition Agent</a:t>
            </a:r>
          </a:p>
          <a:p>
            <a:r>
              <a:rPr lang="en-US" dirty="0"/>
              <a:t>The proposed solution is a </a:t>
            </a:r>
            <a:r>
              <a:rPr lang="en-US" b="1" dirty="0"/>
              <a:t>multi-agent AI-powered Nutrition Agent</a:t>
            </a:r>
            <a:r>
              <a:rPr lang="en-US" dirty="0"/>
              <a:t> built using </a:t>
            </a:r>
            <a:r>
              <a:rPr lang="en-US" b="1" dirty="0"/>
              <a:t>IBM Bob, IBM watsonx.ai, and Granite Models</a:t>
            </a:r>
            <a:r>
              <a:rPr lang="en-US" dirty="0"/>
              <a:t> to provide personalized, real-time dietary guidance. The system addresses challenges in diet planning, nutrition tracking, and preventive healthcare through an intelligent, modular architecture.</a:t>
            </a:r>
          </a:p>
          <a:p>
            <a:r>
              <a:rPr lang="en-US" dirty="0"/>
              <a:t>At its core, the solution uses a </a:t>
            </a:r>
            <a:r>
              <a:rPr lang="en-US" b="1" dirty="0"/>
              <a:t>Retrieval-Augmented Generation (RAG)</a:t>
            </a:r>
            <a:r>
              <a:rPr lang="en-US" dirty="0"/>
              <a:t> pipeline to fetch accurate nutritional data from trusted sources such as USDA and WHO datasets. This data is embedded and stored in a vector database, enabling the system to retrieve and summarize food nutrition details (calories, macros, vitamins) using Granite models.</a:t>
            </a:r>
          </a:p>
          <a:p>
            <a:r>
              <a:rPr lang="en-US" dirty="0"/>
              <a:t>The system consists of four key agents:</a:t>
            </a:r>
          </a:p>
          <a:p>
            <a:r>
              <a:rPr lang="en-US" b="1" dirty="0"/>
              <a:t>Nutrition Knowledge Agent</a:t>
            </a:r>
            <a:r>
              <a:rPr lang="en-US" dirty="0"/>
              <a:t> retrieves and summarizes nutritional information using RAG. </a:t>
            </a:r>
          </a:p>
          <a:p>
            <a:r>
              <a:rPr lang="en-US" b="1" dirty="0"/>
              <a:t>Diet Recommendation Agent</a:t>
            </a:r>
            <a:r>
              <a:rPr lang="en-US" dirty="0"/>
              <a:t> generates personalized meal plans based on user inputs such as age, health conditions, dietary preferences, and fitness goals. </a:t>
            </a:r>
          </a:p>
          <a:p>
            <a:r>
              <a:rPr lang="en-US" b="1" dirty="0"/>
              <a:t>Health Advisory Agent</a:t>
            </a:r>
            <a:r>
              <a:rPr lang="en-US" dirty="0"/>
              <a:t> provides preventive health suggestions, including disease-specific diets (e.g., diabetes-friendly or heart-healthy plans). </a:t>
            </a:r>
          </a:p>
          <a:p>
            <a:r>
              <a:rPr lang="en-US" b="1" dirty="0"/>
              <a:t>Food Log &amp; Feedback Agent</a:t>
            </a:r>
            <a:r>
              <a:rPr lang="en-US" dirty="0"/>
              <a:t> allows users to log meals via text, voice, or images and delivers instant nutritional analysis with actionable feedback. </a:t>
            </a:r>
          </a:p>
          <a:p>
            <a:r>
              <a:rPr lang="en-US" dirty="0"/>
              <a:t>The solution includes a </a:t>
            </a:r>
            <a:r>
              <a:rPr lang="en-US" b="1" dirty="0"/>
              <a:t>user-friendly dashboard</a:t>
            </a:r>
            <a:r>
              <a:rPr lang="en-US" dirty="0"/>
              <a:t> (built with </a:t>
            </a:r>
            <a:r>
              <a:rPr lang="en-US" dirty="0" err="1"/>
              <a:t>Streamlit</a:t>
            </a:r>
            <a:r>
              <a:rPr lang="en-US" dirty="0"/>
              <a:t> or React) that visualizes daily and weekly nutrient intake, highlights deficiencies, and tracks progress toward health goals.</a:t>
            </a:r>
          </a:p>
          <a:p>
            <a:r>
              <a:rPr lang="en-US" dirty="0"/>
              <a:t>IBM Bob is used to orchestrate agent workflows, while watsonx.ai ensures scalable model deployment, embeddings, and AI governance. Granite models power reasoning, summarization, and personalization.</a:t>
            </a:r>
          </a:p>
          <a:p>
            <a:r>
              <a:rPr lang="en-US" dirty="0"/>
              <a:t>Overall, this solution delivers an </a:t>
            </a:r>
            <a:r>
              <a:rPr lang="en-US" b="1" dirty="0"/>
              <a:t>end-to-end intelligent nutrition assistant</a:t>
            </a:r>
            <a:r>
              <a:rPr lang="en-US" dirty="0"/>
              <a:t> that promotes healthier lifestyles through personalized insights, real-time feedback, and preventive healthcare recommendations.</a:t>
            </a:r>
          </a:p>
          <a:p>
            <a:pPr fontAlgn="base"/>
            <a:endParaRPr lang="en-US" dirty="0"/>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a:t>Proposed Solution -</a:t>
            </a:r>
            <a:endParaRPr lang="en-IN" sz="2400" b="1"/>
          </a:p>
        </p:txBody>
      </p:sp>
    </p:spTree>
    <p:extLst>
      <p:ext uri="{BB962C8B-B14F-4D97-AF65-F5344CB8AC3E}">
        <p14:creationId xmlns:p14="http://schemas.microsoft.com/office/powerpoint/2010/main" val="6194599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5232202"/>
          </a:xfrm>
          <a:prstGeom prst="rect">
            <a:avLst/>
          </a:prstGeom>
          <a:noFill/>
        </p:spPr>
        <p:txBody>
          <a:bodyPr wrap="square" rtlCol="0">
            <a:spAutoFit/>
          </a:bodyPr>
          <a:lstStyle/>
          <a:p>
            <a:pPr marL="285750" indent="-285750">
              <a:buFont typeface="Arial" panose="020B0604020202020204" pitchFamily="34" charset="0"/>
              <a:buChar char="•"/>
            </a:pPr>
            <a:r>
              <a:rPr lang="en-US" sz="1800" b="1" dirty="0"/>
              <a:t>IBM Bob platform </a:t>
            </a:r>
            <a:r>
              <a:rPr lang="en-US" sz="1800" dirty="0"/>
              <a:t>-For designing and orchestrating multi-agent workflows visually</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a:t>
            </a:r>
            <a:r>
              <a:rPr lang="en-US" sz="1800" b="1" dirty="0" err="1"/>
              <a:t>Grainte</a:t>
            </a:r>
            <a:r>
              <a:rPr lang="en-US" sz="1800" b="1" dirty="0"/>
              <a:t> model </a:t>
            </a:r>
            <a:r>
              <a:rPr lang="en-US" sz="1800" dirty="0"/>
              <a:t>-  for </a:t>
            </a:r>
            <a:r>
              <a:rPr lang="en-US" sz="1800" dirty="0" err="1"/>
              <a:t>eg</a:t>
            </a:r>
            <a:r>
              <a:rPr lang="en-US" sz="1800" dirty="0"/>
              <a:t> – ibm-granite-3-2-8b – For natural language understanding, reasoning, and personalization</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Cloud </a:t>
            </a:r>
            <a:r>
              <a:rPr lang="en-US" sz="1800" dirty="0"/>
              <a:t>– It provides the infrastructure to build, deploy, and scale the Nutrition Agent efficiently. IBM Cloud enables a </a:t>
            </a:r>
            <a:r>
              <a:rPr lang="en-US" sz="1800" b="1" dirty="0"/>
              <a:t>reliable, secure, and scalable environment</a:t>
            </a:r>
            <a:r>
              <a:rPr lang="en-US" sz="1800" dirty="0"/>
              <a:t> for deploying the Nutrition Agent.</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RAG– </a:t>
            </a:r>
            <a:r>
              <a:rPr lang="en-US" sz="1800" dirty="0"/>
              <a:t>RAG to </a:t>
            </a:r>
            <a:r>
              <a:rPr lang="en-US" sz="1800" b="1" dirty="0"/>
              <a:t>fetch real data first, then generate intelligent answers</a:t>
            </a:r>
            <a:r>
              <a:rPr lang="en-US" sz="1800" dirty="0"/>
              <a:t>, making the Nutrition Agent more trustworthy and effective.</a:t>
            </a:r>
          </a:p>
          <a:p>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IN" sz="1800" b="1" dirty="0"/>
              <a:t>Vector Database </a:t>
            </a:r>
            <a:r>
              <a:rPr lang="en-IN" sz="1800" dirty="0"/>
              <a:t>(FAISS/Chroma) – For RAG-based nutritional data retrieval</a:t>
            </a: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4436039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a:sym typeface="Times New Roman"/>
              </a:rPr>
              <a:t>Required Files created using IBM bob -</a:t>
            </a:r>
            <a:endParaRPr sz="2400" b="1">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6401753"/>
          </a:xfrm>
          <a:prstGeom prst="rect">
            <a:avLst/>
          </a:prstGeom>
          <a:noFill/>
        </p:spPr>
        <p:txBody>
          <a:bodyPr wrap="square" rtlCol="0">
            <a:spAutoFit/>
          </a:bodyPr>
          <a:lstStyle/>
          <a:p>
            <a:pPr marL="342900" indent="-342900">
              <a:buFont typeface="+mj-lt"/>
              <a:buAutoNum type="arabicPeriod"/>
            </a:pPr>
            <a:endParaRPr lang="en-US" dirty="0"/>
          </a:p>
          <a:p>
            <a:pPr marL="342900" indent="-342900">
              <a:buFont typeface="+mj-lt"/>
              <a:buAutoNum type="arabicPeriod"/>
            </a:pPr>
            <a:r>
              <a:rPr lang="en-US" sz="1800" dirty="0"/>
              <a:t>App.py</a:t>
            </a:r>
          </a:p>
          <a:p>
            <a:pPr marL="342900" indent="-342900">
              <a:buFont typeface="+mj-lt"/>
              <a:buAutoNum type="arabicPeriod"/>
            </a:pPr>
            <a:endParaRPr lang="en-US" sz="1800" dirty="0"/>
          </a:p>
          <a:p>
            <a:pPr marL="342900" indent="-342900">
              <a:buFont typeface="+mj-lt"/>
              <a:buAutoNum type="arabicPeriod"/>
            </a:pPr>
            <a:r>
              <a:rPr lang="en-US" sz="1800" dirty="0"/>
              <a:t>Requirements.txt</a:t>
            </a:r>
          </a:p>
          <a:p>
            <a:pPr marL="342900" indent="-342900">
              <a:buFont typeface="+mj-lt"/>
              <a:buAutoNum type="arabicPeriod"/>
            </a:pPr>
            <a:endParaRPr lang="en-US" sz="1800" dirty="0"/>
          </a:p>
          <a:p>
            <a:pPr marL="342900" indent="-342900">
              <a:buFont typeface="+mj-lt"/>
              <a:buAutoNum type="arabicPeriod"/>
            </a:pPr>
            <a:r>
              <a:rPr lang="en-US" sz="1800" dirty="0"/>
              <a:t>Style.css </a:t>
            </a:r>
          </a:p>
          <a:p>
            <a:pPr marL="342900" indent="-342900">
              <a:buFont typeface="+mj-lt"/>
              <a:buAutoNum type="arabicPeriod"/>
            </a:pPr>
            <a:endParaRPr lang="en-US" sz="1800" dirty="0"/>
          </a:p>
          <a:p>
            <a:pPr marL="342900" indent="-342900">
              <a:buFont typeface="+mj-lt"/>
              <a:buAutoNum type="arabicPeriod"/>
            </a:pPr>
            <a:r>
              <a:rPr lang="en-US" sz="1800" dirty="0"/>
              <a:t>.env</a:t>
            </a:r>
          </a:p>
          <a:p>
            <a:pPr marL="342900" indent="-342900">
              <a:buFont typeface="+mj-lt"/>
              <a:buAutoNum type="arabicPeriod"/>
            </a:pPr>
            <a:endParaRPr lang="en-US" sz="1800" dirty="0"/>
          </a:p>
          <a:p>
            <a:pPr marL="342900" indent="-342900">
              <a:buFont typeface="+mj-lt"/>
              <a:buAutoNum type="arabicPeriod"/>
            </a:pPr>
            <a:r>
              <a:rPr lang="en-US" sz="1800" dirty="0"/>
              <a:t>Index.html</a:t>
            </a:r>
          </a:p>
          <a:p>
            <a:pPr marL="342900" indent="-342900">
              <a:buFont typeface="+mj-lt"/>
              <a:buAutoNum type="arabicPeriod"/>
            </a:pPr>
            <a:endParaRPr lang="en-US" sz="1800" dirty="0"/>
          </a:p>
          <a:p>
            <a:pPr marL="342900" indent="-342900">
              <a:buFont typeface="+mj-lt"/>
              <a:buAutoNum type="arabicPeriod"/>
            </a:pPr>
            <a:r>
              <a:rPr lang="en-US" sz="1800" dirty="0"/>
              <a:t>Result.html</a:t>
            </a:r>
          </a:p>
          <a:p>
            <a:pPr marL="342900" indent="-342900">
              <a:buFont typeface="+mj-lt"/>
              <a:buAutoNum type="arabicPeriod"/>
            </a:pPr>
            <a:endParaRPr lang="en-US" sz="1800" dirty="0"/>
          </a:p>
          <a:p>
            <a:pPr marL="342900" indent="-342900">
              <a:buFont typeface="+mj-lt"/>
              <a:buAutoNum type="arabicPeriod"/>
            </a:pPr>
            <a:r>
              <a:rPr lang="en-US" sz="1800" dirty="0"/>
              <a:t>Error.html</a:t>
            </a:r>
          </a:p>
          <a:p>
            <a:pPr marL="342900" indent="-342900">
              <a:buFont typeface="+mj-lt"/>
              <a:buAutoNum type="arabicPeriod"/>
            </a:pPr>
            <a:endParaRPr lang="en-US" sz="1800" dirty="0"/>
          </a:p>
          <a:p>
            <a:pPr marL="342900" indent="-342900">
              <a:buFont typeface="+mj-lt"/>
              <a:buAutoNum type="arabicPeriod"/>
            </a:pPr>
            <a:r>
              <a:rPr lang="en-US" sz="1800" dirty="0"/>
              <a:t>Script.js</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pic>
        <p:nvPicPr>
          <p:cNvPr id="4" name="Picture 3">
            <a:extLst>
              <a:ext uri="{FF2B5EF4-FFF2-40B4-BE49-F238E27FC236}">
                <a16:creationId xmlns:a16="http://schemas.microsoft.com/office/drawing/2014/main" id="{69F0EE3A-1D98-7A5B-D121-A454812ECC32}"/>
              </a:ext>
            </a:extLst>
          </p:cNvPr>
          <p:cNvPicPr>
            <a:picLocks noChangeAspect="1"/>
          </p:cNvPicPr>
          <p:nvPr/>
        </p:nvPicPr>
        <p:blipFill>
          <a:blip r:embed="rId3"/>
          <a:stretch>
            <a:fillRect/>
          </a:stretch>
        </p:blipFill>
        <p:spPr>
          <a:xfrm>
            <a:off x="3283973" y="771748"/>
            <a:ext cx="8731045" cy="6012830"/>
          </a:xfrm>
          <a:prstGeom prst="rect">
            <a:avLst/>
          </a:prstGeom>
        </p:spPr>
      </p:pic>
    </p:spTree>
    <p:extLst>
      <p:ext uri="{BB962C8B-B14F-4D97-AF65-F5344CB8AC3E}">
        <p14:creationId xmlns:p14="http://schemas.microsoft.com/office/powerpoint/2010/main" val="31149636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3500" b="1" i="0" u="none" strike="noStrike" cap="none">
                <a:solidFill>
                  <a:srgbClr val="051D3A"/>
                </a:solidFill>
                <a:latin typeface="Times New Roman"/>
                <a:ea typeface="Times New Roman"/>
                <a:cs typeface="Times New Roman"/>
                <a:sym typeface="Times New Roman"/>
              </a:rPr>
              <a:t> </a:t>
            </a:r>
            <a:r>
              <a:rPr lang="en-US" sz="2400" b="1" i="0" u="none" strike="noStrike" cap="none">
                <a:solidFill>
                  <a:srgbClr val="051D3A"/>
                </a:solidFill>
                <a:latin typeface="Times New Roman"/>
                <a:ea typeface="Times New Roman"/>
                <a:cs typeface="Times New Roman"/>
                <a:sym typeface="Times New Roman"/>
              </a:rPr>
              <a:t>IBM Bob Screenshots:</a:t>
            </a:r>
            <a:endParaRPr sz="2400" b="1">
              <a:sym typeface="Times New Roman"/>
            </a:endParaRPr>
          </a:p>
        </p:txBody>
      </p:sp>
      <p:pic>
        <p:nvPicPr>
          <p:cNvPr id="4" name="Picture 3">
            <a:extLst>
              <a:ext uri="{FF2B5EF4-FFF2-40B4-BE49-F238E27FC236}">
                <a16:creationId xmlns:a16="http://schemas.microsoft.com/office/drawing/2014/main" id="{C6957B60-22E5-5BD1-DD5B-1D7941575C87}"/>
              </a:ext>
            </a:extLst>
          </p:cNvPr>
          <p:cNvPicPr>
            <a:picLocks noChangeAspect="1"/>
          </p:cNvPicPr>
          <p:nvPr/>
        </p:nvPicPr>
        <p:blipFill>
          <a:blip r:embed="rId3"/>
          <a:stretch>
            <a:fillRect/>
          </a:stretch>
        </p:blipFill>
        <p:spPr>
          <a:xfrm>
            <a:off x="285135" y="1022554"/>
            <a:ext cx="11690556" cy="5644945"/>
          </a:xfrm>
          <a:prstGeom prst="rect">
            <a:avLst/>
          </a:prstGeom>
        </p:spPr>
      </p:pic>
    </p:spTree>
    <p:extLst>
      <p:ext uri="{BB962C8B-B14F-4D97-AF65-F5344CB8AC3E}">
        <p14:creationId xmlns:p14="http://schemas.microsoft.com/office/powerpoint/2010/main" val="13165455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04FD57F-D0AE-F9D3-5F58-827EF9057483}"/>
              </a:ext>
            </a:extLst>
          </p:cNvPr>
          <p:cNvPicPr>
            <a:picLocks noChangeAspect="1"/>
          </p:cNvPicPr>
          <p:nvPr/>
        </p:nvPicPr>
        <p:blipFill>
          <a:blip r:embed="rId2"/>
          <a:stretch>
            <a:fillRect/>
          </a:stretch>
        </p:blipFill>
        <p:spPr>
          <a:xfrm>
            <a:off x="727586" y="190500"/>
            <a:ext cx="11021961" cy="6477000"/>
          </a:xfrm>
          <a:prstGeom prst="rect">
            <a:avLst/>
          </a:prstGeom>
        </p:spPr>
      </p:pic>
    </p:spTree>
    <p:extLst>
      <p:ext uri="{BB962C8B-B14F-4D97-AF65-F5344CB8AC3E}">
        <p14:creationId xmlns:p14="http://schemas.microsoft.com/office/powerpoint/2010/main" val="2323718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dirty="0">
                <a:solidFill>
                  <a:schemeClr val="dk1"/>
                </a:solidFill>
                <a:latin typeface="Calibri"/>
                <a:ea typeface="Calibri"/>
                <a:cs typeface="Calibri"/>
                <a:sym typeface="Calibri"/>
              </a:rPr>
              <a:t>Architecture blueprint for IBM bob:</a:t>
            </a:r>
            <a:endParaRPr lang="en-US" sz="2400" dirty="0"/>
          </a:p>
        </p:txBody>
      </p:sp>
      <p:pic>
        <p:nvPicPr>
          <p:cNvPr id="5" name="Picture 4">
            <a:extLst>
              <a:ext uri="{FF2B5EF4-FFF2-40B4-BE49-F238E27FC236}">
                <a16:creationId xmlns:a16="http://schemas.microsoft.com/office/drawing/2014/main" id="{CAD82985-41C3-8E22-C94D-D6E16F6C0859}"/>
              </a:ext>
            </a:extLst>
          </p:cNvPr>
          <p:cNvPicPr>
            <a:picLocks noChangeAspect="1"/>
          </p:cNvPicPr>
          <p:nvPr/>
        </p:nvPicPr>
        <p:blipFill>
          <a:blip r:embed="rId3"/>
          <a:stretch>
            <a:fillRect/>
          </a:stretch>
        </p:blipFill>
        <p:spPr>
          <a:xfrm>
            <a:off x="537590" y="766762"/>
            <a:ext cx="11116820" cy="5324475"/>
          </a:xfrm>
          <a:prstGeom prst="rect">
            <a:avLst/>
          </a:prstGeom>
        </p:spPr>
      </p:pic>
    </p:spTree>
    <p:extLst>
      <p:ext uri="{BB962C8B-B14F-4D97-AF65-F5344CB8AC3E}">
        <p14:creationId xmlns:p14="http://schemas.microsoft.com/office/powerpoint/2010/main" val="4451951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a:t>Role of Agentic AI in the solution </a:t>
            </a:r>
            <a:endParaRPr lang="en-IN" sz="3200" b="1"/>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3108543"/>
          </a:xfrm>
          <a:prstGeom prst="rect">
            <a:avLst/>
          </a:prstGeom>
          <a:noFill/>
        </p:spPr>
        <p:txBody>
          <a:bodyPr wrap="square" rtlCol="0">
            <a:spAutoFit/>
          </a:bodyPr>
          <a:lstStyle/>
          <a:p>
            <a:r>
              <a:rPr lang="en-US" b="1"/>
              <a:t>Role of Agentic AI in Nutrition Agent</a:t>
            </a:r>
          </a:p>
          <a:p>
            <a:r>
              <a:rPr lang="en-US" b="1"/>
              <a:t>Agentic AI</a:t>
            </a:r>
            <a:r>
              <a:rPr lang="en-US"/>
              <a:t> enables the Nutrition Agent to function as an intelligent, autonomous system rather than a simple chatbot. Using </a:t>
            </a:r>
            <a:r>
              <a:rPr lang="en-US" b="1"/>
              <a:t>IBM watsonx.ai</a:t>
            </a:r>
            <a:r>
              <a:rPr lang="en-US"/>
              <a:t> and </a:t>
            </a:r>
            <a:r>
              <a:rPr lang="en-US" b="1"/>
              <a:t>IBM Granite models</a:t>
            </a:r>
            <a:r>
              <a:rPr lang="en-US"/>
              <a:t>, it coordinates multiple specialized agents to deliver personalized nutrition guidance.</a:t>
            </a:r>
          </a:p>
          <a:p>
            <a:r>
              <a:rPr lang="en-US"/>
              <a:t>Each agent performs a specific role—such as retrieving nutritional data, generating diet plans, providing health advice, and analyzing food logs—while working collaboratively. This </a:t>
            </a:r>
            <a:r>
              <a:rPr lang="en-US" b="1"/>
              <a:t>multi-agent approach</a:t>
            </a:r>
            <a:r>
              <a:rPr lang="en-US"/>
              <a:t> ensures efficient task execution and accurate results.</a:t>
            </a:r>
          </a:p>
          <a:p>
            <a:r>
              <a:rPr lang="en-US"/>
              <a:t>Agentic AI also brings </a:t>
            </a:r>
            <a:r>
              <a:rPr lang="en-US" b="1"/>
              <a:t>context awareness</a:t>
            </a:r>
            <a:r>
              <a:rPr lang="en-US"/>
              <a:t>, understanding user details like age, health conditions, and fitness goals to generate tailored recommendations. It supports </a:t>
            </a:r>
            <a:r>
              <a:rPr lang="en-US" b="1"/>
              <a:t>real-time adaptation</a:t>
            </a:r>
            <a:r>
              <a:rPr lang="en-US"/>
              <a:t>, continuously updating suggestions based on user inputs like daily meals.</a:t>
            </a:r>
          </a:p>
          <a:p>
            <a:r>
              <a:rPr lang="en-US"/>
              <a:t>Additionally, agents communicate with each other, enabling better decision-making and improved outcomes.</a:t>
            </a:r>
          </a:p>
          <a:p>
            <a:r>
              <a:rPr lang="en-US"/>
              <a:t>Overall, Agentic AI makes the system proactive, personalized, and goal-driven, acting like a </a:t>
            </a:r>
            <a:r>
              <a:rPr lang="en-US" b="1"/>
              <a:t>smart digital nutritionist</a:t>
            </a:r>
            <a:r>
              <a:rPr lang="en-US"/>
              <a:t> that helps users maintain a healthy lifestyle.</a:t>
            </a:r>
          </a:p>
        </p:txBody>
      </p:sp>
    </p:spTree>
    <p:extLst>
      <p:ext uri="{BB962C8B-B14F-4D97-AF65-F5344CB8AC3E}">
        <p14:creationId xmlns:p14="http://schemas.microsoft.com/office/powerpoint/2010/main" val="40006969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1863F011-FD59-2782-3732-0E3263170F5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78DA0257-5105-834D-150D-50732C7248D1}"/>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827D77C8-2496-7668-B3B3-927FD4DB704D}"/>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46BDB3C0-B0E9-3C3A-A974-6BF43591F3FC}"/>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8CB1AEC3-7C17-0CCE-61FA-643373D6AE2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CCA977A3-5FA0-8FF5-E1D1-86C9ED676512}"/>
              </a:ext>
            </a:extLst>
          </p:cNvPr>
          <p:cNvSpPr txBox="1"/>
          <p:nvPr/>
        </p:nvSpPr>
        <p:spPr>
          <a:xfrm>
            <a:off x="1335024" y="1865376"/>
            <a:ext cx="6833922" cy="707886"/>
          </a:xfrm>
          <a:prstGeom prst="rect">
            <a:avLst/>
          </a:prstGeom>
          <a:noFill/>
        </p:spPr>
        <p:txBody>
          <a:bodyPr wrap="none" rtlCol="0">
            <a:spAutoFit/>
          </a:bodyPr>
          <a:lstStyle/>
          <a:p>
            <a:r>
              <a:rPr lang="en-US" sz="2000" dirty="0">
                <a:solidFill>
                  <a:srgbClr val="FF0000"/>
                </a:solidFill>
              </a:rPr>
              <a:t>Please put IBM Bob output screenshots with 2-3 prompts. </a:t>
            </a:r>
          </a:p>
          <a:p>
            <a:r>
              <a:rPr lang="en-US" sz="2000" dirty="0">
                <a:solidFill>
                  <a:srgbClr val="FF0000"/>
                </a:solidFill>
              </a:rPr>
              <a:t>You can take 2-3 more slides for each screenshot</a:t>
            </a:r>
            <a:endParaRPr lang="en-IN" sz="2000" dirty="0">
              <a:solidFill>
                <a:srgbClr val="FF0000"/>
              </a:solidFill>
            </a:endParaRPr>
          </a:p>
        </p:txBody>
      </p:sp>
      <p:pic>
        <p:nvPicPr>
          <p:cNvPr id="7" name="Picture 6">
            <a:extLst>
              <a:ext uri="{FF2B5EF4-FFF2-40B4-BE49-F238E27FC236}">
                <a16:creationId xmlns:a16="http://schemas.microsoft.com/office/drawing/2014/main" id="{373323FC-54F0-E525-780D-8156BAA1BC23}"/>
              </a:ext>
            </a:extLst>
          </p:cNvPr>
          <p:cNvPicPr>
            <a:picLocks noChangeAspect="1"/>
          </p:cNvPicPr>
          <p:nvPr/>
        </p:nvPicPr>
        <p:blipFill>
          <a:blip r:embed="rId3"/>
          <a:stretch>
            <a:fillRect/>
          </a:stretch>
        </p:blipFill>
        <p:spPr>
          <a:xfrm>
            <a:off x="409144" y="816976"/>
            <a:ext cx="11625540" cy="5850523"/>
          </a:xfrm>
          <a:prstGeom prst="rect">
            <a:avLst/>
          </a:prstGeom>
        </p:spPr>
      </p:pic>
    </p:spTree>
    <p:extLst>
      <p:ext uri="{BB962C8B-B14F-4D97-AF65-F5344CB8AC3E}">
        <p14:creationId xmlns:p14="http://schemas.microsoft.com/office/powerpoint/2010/main" val="14299618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A1254DC3-8448-76A3-8631-9484D98C80E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A5DD5E73-E4F8-AB1C-5A5A-D4EBAD6FD1B8}"/>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E6E4A7DC-3E1D-42C4-3256-8A3109D5036E}"/>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1EC4E285-5561-2096-3270-252023A42F4B}"/>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A8B1B6D-C213-0DFE-C434-B14C5F9945F5}"/>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692D13D-6B69-03D8-BA22-587B943A2572}"/>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4" name="Picture 3">
            <a:extLst>
              <a:ext uri="{FF2B5EF4-FFF2-40B4-BE49-F238E27FC236}">
                <a16:creationId xmlns:a16="http://schemas.microsoft.com/office/drawing/2014/main" id="{4405D105-87B1-710D-1D6D-A455280EA732}"/>
              </a:ext>
            </a:extLst>
          </p:cNvPr>
          <p:cNvPicPr>
            <a:picLocks noChangeAspect="1"/>
          </p:cNvPicPr>
          <p:nvPr/>
        </p:nvPicPr>
        <p:blipFill>
          <a:blip r:embed="rId3"/>
          <a:stretch>
            <a:fillRect/>
          </a:stretch>
        </p:blipFill>
        <p:spPr>
          <a:xfrm>
            <a:off x="855406" y="816976"/>
            <a:ext cx="10805652" cy="5850523"/>
          </a:xfrm>
          <a:prstGeom prst="rect">
            <a:avLst/>
          </a:prstGeom>
        </p:spPr>
      </p:pic>
      <p:pic>
        <p:nvPicPr>
          <p:cNvPr id="5" name="Picture 4">
            <a:extLst>
              <a:ext uri="{FF2B5EF4-FFF2-40B4-BE49-F238E27FC236}">
                <a16:creationId xmlns:a16="http://schemas.microsoft.com/office/drawing/2014/main" id="{F02616AD-1669-BA1F-52C5-14CD3BFECE1F}"/>
              </a:ext>
            </a:extLst>
          </p:cNvPr>
          <p:cNvPicPr>
            <a:picLocks noChangeAspect="1"/>
          </p:cNvPicPr>
          <p:nvPr/>
        </p:nvPicPr>
        <p:blipFill>
          <a:blip r:embed="rId4"/>
          <a:stretch>
            <a:fillRect/>
          </a:stretch>
        </p:blipFill>
        <p:spPr>
          <a:xfrm>
            <a:off x="599767" y="748191"/>
            <a:ext cx="11375923" cy="5919307"/>
          </a:xfrm>
          <a:prstGeom prst="rect">
            <a:avLst/>
          </a:prstGeom>
        </p:spPr>
      </p:pic>
    </p:spTree>
    <p:extLst>
      <p:ext uri="{BB962C8B-B14F-4D97-AF65-F5344CB8AC3E}">
        <p14:creationId xmlns:p14="http://schemas.microsoft.com/office/powerpoint/2010/main" val="35850923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E3C4AEBB-2963-4EEE-D8ED-E3B5ABCFF21F}"/>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67AD5A0A-54A3-BC96-26BB-9C49B61555EC}"/>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A12490E1-7210-03FA-8406-7044E50A98B3}"/>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D0575C07-AA6B-0149-734C-B101314C9343}"/>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77B9C142-F05E-0FCB-045D-6B4B10F795C3}"/>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EB55001C-8880-8B09-8704-29D3F62E7A03}"/>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4" name="Picture 3">
            <a:extLst>
              <a:ext uri="{FF2B5EF4-FFF2-40B4-BE49-F238E27FC236}">
                <a16:creationId xmlns:a16="http://schemas.microsoft.com/office/drawing/2014/main" id="{2F294CFF-D3D9-7DA8-8AF7-7D53D1B27539}"/>
              </a:ext>
            </a:extLst>
          </p:cNvPr>
          <p:cNvPicPr>
            <a:picLocks noChangeAspect="1"/>
          </p:cNvPicPr>
          <p:nvPr/>
        </p:nvPicPr>
        <p:blipFill>
          <a:blip r:embed="rId3"/>
          <a:stretch>
            <a:fillRect/>
          </a:stretch>
        </p:blipFill>
        <p:spPr>
          <a:xfrm>
            <a:off x="717754" y="612895"/>
            <a:ext cx="10648336" cy="5994383"/>
          </a:xfrm>
          <a:prstGeom prst="rect">
            <a:avLst/>
          </a:prstGeom>
        </p:spPr>
      </p:pic>
    </p:spTree>
    <p:extLst>
      <p:ext uri="{BB962C8B-B14F-4D97-AF65-F5344CB8AC3E}">
        <p14:creationId xmlns:p14="http://schemas.microsoft.com/office/powerpoint/2010/main" val="26019071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a:t>Novelty and Uniqueness</a:t>
            </a:r>
            <a:endParaRPr lang="en-IN" sz="2400" b="1"/>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4739759"/>
          </a:xfrm>
          <a:prstGeom prst="rect">
            <a:avLst/>
          </a:prstGeom>
          <a:noFill/>
        </p:spPr>
        <p:txBody>
          <a:bodyPr wrap="square" rtlCol="0">
            <a:spAutoFit/>
          </a:bodyPr>
          <a:lstStyle/>
          <a:p>
            <a:r>
              <a:rPr lang="en-IN" sz="1800" dirty="0"/>
              <a:t>The proposed Nutrition Agent stands out by combining </a:t>
            </a:r>
            <a:r>
              <a:rPr lang="en-IN" sz="1800" b="1" dirty="0"/>
              <a:t>Agentic AI, RAG, and personalization</a:t>
            </a:r>
            <a:r>
              <a:rPr lang="en-IN" sz="1800" dirty="0"/>
              <a:t> into a single intelligent system.</a:t>
            </a:r>
          </a:p>
          <a:p>
            <a:endParaRPr lang="en-IN" sz="1800" dirty="0"/>
          </a:p>
          <a:p>
            <a:r>
              <a:rPr lang="en-IN" sz="1800" b="1" dirty="0"/>
              <a:t>Multi-Agent Intelligence</a:t>
            </a:r>
            <a:r>
              <a:rPr lang="en-IN" sz="1800" dirty="0"/>
              <a:t> – Instead of a single chatbot, multiple specialized agents collaborate to deliver accurate and context-aware nutrition guidance. </a:t>
            </a:r>
          </a:p>
          <a:p>
            <a:r>
              <a:rPr lang="en-IN" sz="1800" b="1" dirty="0"/>
              <a:t>Hyper-Personalization</a:t>
            </a:r>
            <a:r>
              <a:rPr lang="en-IN" sz="1800" dirty="0"/>
              <a:t> – Tailors diet plans based on health conditions, cultural preferences, and fitness goals. </a:t>
            </a:r>
          </a:p>
          <a:p>
            <a:r>
              <a:rPr lang="en-IN" sz="1800" b="1" dirty="0"/>
              <a:t>Real-Time Feedback Loop</a:t>
            </a:r>
            <a:r>
              <a:rPr lang="en-IN" sz="1800" dirty="0"/>
              <a:t> – Continuously adapts recommendations based on daily food logs and user </a:t>
            </a:r>
            <a:r>
              <a:rPr lang="en-IN" sz="1800" dirty="0" err="1"/>
              <a:t>behavior</a:t>
            </a:r>
            <a:r>
              <a:rPr lang="en-IN" sz="1800" dirty="0"/>
              <a:t>. </a:t>
            </a:r>
          </a:p>
          <a:p>
            <a:r>
              <a:rPr lang="en-IN" sz="1800" b="1" dirty="0"/>
              <a:t>Multi-Modal Input</a:t>
            </a:r>
            <a:r>
              <a:rPr lang="en-IN" sz="1800" dirty="0"/>
              <a:t> – Supports text, voice, and image-based meal tracking for better usability. </a:t>
            </a:r>
          </a:p>
          <a:p>
            <a:r>
              <a:rPr lang="en-IN" sz="1800" b="1" dirty="0"/>
              <a:t>Preventive Healthcare Focus</a:t>
            </a:r>
            <a:r>
              <a:rPr lang="en-IN" sz="1800" dirty="0"/>
              <a:t> – Goes beyond diet planning to provide disease-specific nutrition advice. </a:t>
            </a:r>
          </a:p>
          <a:p>
            <a:r>
              <a:rPr lang="en-IN" sz="1800" b="1" dirty="0"/>
              <a:t>Scalable &amp; Enterprise-Ready</a:t>
            </a:r>
            <a:r>
              <a:rPr lang="en-IN" sz="1800" dirty="0"/>
              <a:t> – Built on </a:t>
            </a:r>
            <a:r>
              <a:rPr lang="en-IN" sz="1800" b="1" dirty="0"/>
              <a:t>IBM watsonx.ai</a:t>
            </a:r>
            <a:r>
              <a:rPr lang="en-IN" sz="1800" dirty="0"/>
              <a:t> with </a:t>
            </a:r>
            <a:r>
              <a:rPr lang="en-IN" sz="1800" b="1" dirty="0"/>
              <a:t>IBM Granite models</a:t>
            </a:r>
            <a:r>
              <a:rPr lang="en-IN" sz="1800" dirty="0"/>
              <a:t>, ensuring reliability and governance. </a:t>
            </a:r>
          </a:p>
          <a:p>
            <a:endParaRPr lang="en-IN" sz="1800" dirty="0"/>
          </a:p>
          <a:p>
            <a:r>
              <a:rPr lang="en-IN" sz="1800" dirty="0"/>
              <a:t>This makes the solution a </a:t>
            </a:r>
            <a:r>
              <a:rPr lang="en-IN" sz="1800" b="1" dirty="0"/>
              <a:t>smart, adaptive, and proactive digital nutritionist</a:t>
            </a:r>
            <a:r>
              <a:rPr lang="en-IN" sz="1800" dirty="0"/>
              <a:t>, not just a static diet recommendation tool.</a:t>
            </a:r>
            <a:endParaRPr lang="en-US" dirty="0"/>
          </a:p>
          <a:p>
            <a:endParaRPr lang="en-IN" dirty="0"/>
          </a:p>
        </p:txBody>
      </p:sp>
    </p:spTree>
    <p:extLst>
      <p:ext uri="{BB962C8B-B14F-4D97-AF65-F5344CB8AC3E}">
        <p14:creationId xmlns:p14="http://schemas.microsoft.com/office/powerpoint/2010/main" val="23252822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 Please create public </a:t>
            </a:r>
            <a:r>
              <a:rPr lang="en-US" sz="1850" b="0" i="0" u="none" strike="noStrike" cap="none" dirty="0" err="1">
                <a:solidFill>
                  <a:srgbClr val="2B3541"/>
                </a:solidFill>
                <a:latin typeface="Times New Roman"/>
                <a:ea typeface="Times New Roman"/>
                <a:cs typeface="Times New Roman"/>
                <a:sym typeface="Times New Roman"/>
              </a:rPr>
              <a:t>github</a:t>
            </a:r>
            <a:r>
              <a:rPr lang="en-US" sz="1850" b="0" i="0" u="none" strike="noStrike" cap="none" dirty="0">
                <a:solidFill>
                  <a:srgbClr val="2B3541"/>
                </a:solidFill>
                <a:latin typeface="Times New Roman"/>
                <a:ea typeface="Times New Roman"/>
                <a:cs typeface="Times New Roman"/>
                <a:sym typeface="Times New Roman"/>
              </a:rPr>
              <a:t> repository </a:t>
            </a:r>
            <a:r>
              <a:rPr lang="en-US" sz="1850" dirty="0">
                <a:solidFill>
                  <a:srgbClr val="2B3541"/>
                </a:solidFill>
                <a:latin typeface="Times New Roman"/>
                <a:ea typeface="Times New Roman"/>
                <a:cs typeface="Times New Roman"/>
                <a:sym typeface="Times New Roman"/>
              </a:rPr>
              <a:t>                                                                                             </a:t>
            </a:r>
          </a:p>
          <a:p>
            <a:pPr marL="0" marR="0" lvl="0" indent="0" algn="l" rtl="0">
              <a:lnSpc>
                <a:spcPct val="162162"/>
              </a:lnSpc>
              <a:spcBef>
                <a:spcPts val="0"/>
              </a:spcBef>
              <a:spcAft>
                <a:spcPts val="0"/>
              </a:spcAft>
              <a:buClr>
                <a:srgbClr val="2B3541"/>
              </a:buClr>
              <a:buSzPts val="1850"/>
              <a:buFont typeface="Times New Roman"/>
              <a:buNone/>
            </a:pPr>
            <a:r>
              <a:rPr lang="en-US" sz="1850" dirty="0">
                <a:solidFill>
                  <a:srgbClr val="2B3541"/>
                </a:solidFill>
                <a:latin typeface="Times New Roman"/>
                <a:ea typeface="Times New Roman"/>
                <a:cs typeface="Times New Roman"/>
                <a:sym typeface="Times New Roman"/>
              </a:rPr>
              <a:t> </a:t>
            </a:r>
            <a:r>
              <a:rPr lang="en-US" sz="1850" b="0" i="0" u="none" strike="noStrike" cap="none" dirty="0">
                <a:solidFill>
                  <a:srgbClr val="2B3541"/>
                </a:solidFill>
                <a:latin typeface="Times New Roman"/>
                <a:ea typeface="Times New Roman"/>
                <a:cs typeface="Times New Roman"/>
                <a:sym typeface="Times New Roman"/>
              </a:rPr>
              <a:t> </a:t>
            </a:r>
            <a:r>
              <a:rPr lang="en-US" sz="1850" dirty="0" err="1">
                <a:solidFill>
                  <a:srgbClr val="2B3541"/>
                </a:solidFill>
                <a:latin typeface="Times New Roman"/>
                <a:ea typeface="Times New Roman"/>
                <a:cs typeface="Times New Roman"/>
                <a:sym typeface="Times New Roman"/>
              </a:rPr>
              <a:t>Github</a:t>
            </a:r>
            <a:r>
              <a:rPr lang="en-US" sz="1850" dirty="0">
                <a:solidFill>
                  <a:srgbClr val="2B3541"/>
                </a:solidFill>
                <a:latin typeface="Times New Roman"/>
                <a:ea typeface="Times New Roman"/>
                <a:cs typeface="Times New Roman"/>
                <a:sym typeface="Times New Roman"/>
              </a:rPr>
              <a:t> </a:t>
            </a:r>
            <a:r>
              <a:rPr lang="en-US" sz="1850">
                <a:solidFill>
                  <a:srgbClr val="2B3541"/>
                </a:solidFill>
                <a:latin typeface="Times New Roman"/>
                <a:ea typeface="Times New Roman"/>
                <a:cs typeface="Times New Roman"/>
                <a:sym typeface="Times New Roman"/>
              </a:rPr>
              <a:t>URL – </a:t>
            </a:r>
            <a:r>
              <a:rPr lang="en-US" sz="1850">
                <a:solidFill>
                  <a:srgbClr val="2B3541"/>
                </a:solidFill>
                <a:latin typeface="Times New Roman"/>
                <a:ea typeface="Times New Roman"/>
                <a:cs typeface="Times New Roman"/>
                <a:sym typeface="Times New Roman"/>
                <a:hlinkClick r:id="rId3"/>
              </a:rPr>
              <a:t>https://github.com/RahulKumarChauhan1204/Nutrition-Agent.git</a:t>
            </a:r>
            <a:endParaRPr lang="en-US" sz="1850" dirty="0">
              <a:solidFill>
                <a:srgbClr val="2B3541"/>
              </a:solidFill>
              <a:latin typeface="Times New Roman"/>
              <a:ea typeface="Times New Roman"/>
              <a:cs typeface="Times New Roman"/>
              <a:sym typeface="Times New Roman"/>
            </a:endParaRP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40404122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1" i="0" u="none" strike="noStrike" cap="none">
                <a:solidFill>
                  <a:srgbClr val="2B3541"/>
                </a:solidFill>
                <a:latin typeface="Times New Roman"/>
                <a:ea typeface="Times New Roman"/>
                <a:cs typeface="Times New Roman"/>
                <a:sym typeface="Times New Roman"/>
              </a:rPr>
              <a:t>1.Integration with Wearables &amp; Health Devices – </a:t>
            </a: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The system can be integrated with smartwatches and fitness trackers to collect real-time data such as steps, calories burned, heart rate, and sleep patterns. This will enable the Nutrition Agent to provide more accurate and dynamic diet recommendations based on actual user activity and health metrics.</a:t>
            </a:r>
          </a:p>
          <a:p>
            <a:pPr marL="0" marR="0" lvl="0" indent="0" algn="l" rtl="0">
              <a:lnSpc>
                <a:spcPct val="162162"/>
              </a:lnSpc>
              <a:spcBef>
                <a:spcPts val="0"/>
              </a:spcBef>
              <a:spcAft>
                <a:spcPts val="0"/>
              </a:spcAft>
              <a:buClr>
                <a:srgbClr val="2B3541"/>
              </a:buClr>
              <a:buSzPts val="1850"/>
              <a:buFont typeface="Times New Roman"/>
              <a:buNone/>
            </a:pPr>
            <a:r>
              <a:rPr lang="en-US" sz="1850" b="1">
                <a:solidFill>
                  <a:srgbClr val="2B3541"/>
                </a:solidFill>
                <a:latin typeface="Times New Roman"/>
                <a:ea typeface="Times New Roman"/>
                <a:cs typeface="Times New Roman"/>
                <a:sym typeface="Times New Roman"/>
              </a:rPr>
              <a:t>2.</a:t>
            </a:r>
            <a:r>
              <a:rPr lang="en-US" sz="1850" b="1" i="0" u="none" strike="noStrike" cap="none">
                <a:solidFill>
                  <a:srgbClr val="2B3541"/>
                </a:solidFill>
                <a:latin typeface="Times New Roman"/>
                <a:ea typeface="Times New Roman"/>
                <a:cs typeface="Times New Roman"/>
                <a:sym typeface="Times New Roman"/>
              </a:rPr>
              <a:t>AI-Powered Voice Assistant &amp; Multilingual Support </a:t>
            </a:r>
            <a:r>
              <a:rPr lang="en-US" sz="1850" b="0" i="0" u="none" strike="noStrike" cap="none">
                <a:solidFill>
                  <a:srgbClr val="2B3541"/>
                </a:solidFill>
                <a:latin typeface="Times New Roman"/>
                <a:ea typeface="Times New Roman"/>
                <a:cs typeface="Times New Roman"/>
                <a:sym typeface="Times New Roman"/>
              </a:rPr>
              <a:t>– </a:t>
            </a: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Enhancing the system with a voice-enabled assistant and support for multiple languages will improve accessibility. Users can interact naturally in their preferred language, making the solution more inclusive and suitable for diverse populations, especially in regions with varied linguistic backgrounds.</a:t>
            </a:r>
            <a:endParaRPr sz="1850" b="0" i="0" u="none" strike="noStrike" cap="none">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7400284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sp>
        <p:nvSpPr>
          <p:cNvPr id="3" name="TextBox 2">
            <a:extLst>
              <a:ext uri="{FF2B5EF4-FFF2-40B4-BE49-F238E27FC236}">
                <a16:creationId xmlns:a16="http://schemas.microsoft.com/office/drawing/2014/main" id="{4837D5EE-379B-FDC5-0854-8AC81D31FADF}"/>
              </a:ext>
            </a:extLst>
          </p:cNvPr>
          <p:cNvSpPr txBox="1"/>
          <p:nvPr/>
        </p:nvSpPr>
        <p:spPr>
          <a:xfrm>
            <a:off x="552048" y="690061"/>
            <a:ext cx="638996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t>Please  add your credly certificate </a:t>
            </a:r>
          </a:p>
        </p:txBody>
      </p:sp>
      <p:pic>
        <p:nvPicPr>
          <p:cNvPr id="5" name="Picture 4">
            <a:extLst>
              <a:ext uri="{FF2B5EF4-FFF2-40B4-BE49-F238E27FC236}">
                <a16:creationId xmlns:a16="http://schemas.microsoft.com/office/drawing/2014/main" id="{E74E2B69-72E3-E774-60B8-E9BB203743FF}"/>
              </a:ext>
            </a:extLst>
          </p:cNvPr>
          <p:cNvPicPr>
            <a:picLocks noChangeAspect="1"/>
          </p:cNvPicPr>
          <p:nvPr/>
        </p:nvPicPr>
        <p:blipFill>
          <a:blip r:embed="rId2"/>
          <a:stretch>
            <a:fillRect/>
          </a:stretch>
        </p:blipFill>
        <p:spPr>
          <a:xfrm>
            <a:off x="1658470" y="1213280"/>
            <a:ext cx="8875059" cy="5644719"/>
          </a:xfrm>
          <a:prstGeom prst="rect">
            <a:avLst/>
          </a:prstGeom>
        </p:spPr>
      </p:pic>
    </p:spTree>
    <p:extLst>
      <p:ext uri="{BB962C8B-B14F-4D97-AF65-F5344CB8AC3E}">
        <p14:creationId xmlns:p14="http://schemas.microsoft.com/office/powerpoint/2010/main" val="28334827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sp>
        <p:nvSpPr>
          <p:cNvPr id="6" name="TextBox 5">
            <a:extLst>
              <a:ext uri="{FF2B5EF4-FFF2-40B4-BE49-F238E27FC236}">
                <a16:creationId xmlns:a16="http://schemas.microsoft.com/office/drawing/2014/main" id="{C0D36B1A-26C2-CD55-1032-4CB5E4EDF305}"/>
              </a:ext>
            </a:extLst>
          </p:cNvPr>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Add your IBM BOB Certificate</a:t>
            </a:r>
          </a:p>
        </p:txBody>
      </p:sp>
      <p:pic>
        <p:nvPicPr>
          <p:cNvPr id="3" name="Picture 2">
            <a:extLst>
              <a:ext uri="{FF2B5EF4-FFF2-40B4-BE49-F238E27FC236}">
                <a16:creationId xmlns:a16="http://schemas.microsoft.com/office/drawing/2014/main" id="{674D213C-C85D-A2A0-2BD9-491FC56EA75F}"/>
              </a:ext>
            </a:extLst>
          </p:cNvPr>
          <p:cNvPicPr>
            <a:picLocks noChangeAspect="1"/>
          </p:cNvPicPr>
          <p:nvPr/>
        </p:nvPicPr>
        <p:blipFill>
          <a:blip r:embed="rId2"/>
          <a:stretch>
            <a:fillRect/>
          </a:stretch>
        </p:blipFill>
        <p:spPr>
          <a:xfrm>
            <a:off x="1189702" y="1200581"/>
            <a:ext cx="10009239" cy="5431028"/>
          </a:xfrm>
          <a:prstGeom prst="rect">
            <a:avLst/>
          </a:prstGeom>
        </p:spPr>
      </p:pic>
    </p:spTree>
    <p:extLst>
      <p:ext uri="{BB962C8B-B14F-4D97-AF65-F5344CB8AC3E}">
        <p14:creationId xmlns:p14="http://schemas.microsoft.com/office/powerpoint/2010/main" val="41751777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extLst>
      <p:ext uri="{BB962C8B-B14F-4D97-AF65-F5344CB8AC3E}">
        <p14:creationId xmlns:p14="http://schemas.microsoft.com/office/powerpoint/2010/main" val="1440137342"/>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TotalTime>
  <Words>1307</Words>
  <Application>Microsoft Office PowerPoint</Application>
  <PresentationFormat>Widescreen</PresentationFormat>
  <Paragraphs>139</Paragraphs>
  <Slides>19</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rahul chauhan</cp:lastModifiedBy>
  <cp:revision>2</cp:revision>
  <dcterms:created xsi:type="dcterms:W3CDTF">2025-07-08T05:06:56Z</dcterms:created>
  <dcterms:modified xsi:type="dcterms:W3CDTF">2026-09-10T05:30:08Z</dcterms:modified>
</cp:coreProperties>
</file>